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E40AF"/>
                </a:solidFill>
                <a:latin typeface="Calibri"/>
              </a:defRPr>
            </a:pPr>
            <a:r>
              <a:t>FROM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B82F6"/>
                </a:solidFill>
                <a:latin typeface="Calibri"/>
              </a:defRPr>
            </a:pPr>
            <a:r>
              <a:t>TO TRADING BOTS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058400" cy="12700"/>
          </a:xfrm>
          <a:prstGeom prst="rect">
            <a:avLst/>
          </a:prstGeom>
          <a:solidFill>
            <a:srgbClr val="C8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23"/>
                </a:solidFill>
                <a:latin typeface="Calibri"/>
              </a:defRPr>
            </a:pPr>
            <a:r>
              <a:t>Workshop PINTU x Web3 Dev Bandung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D8C"/>
                </a:solidFill>
                <a:latin typeface="Calibri"/>
              </a:defRPr>
            </a:pPr>
            <a:r>
              <a:t>25 Juli 2026 | 13:00 WIB | Parla Cafe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Instructor: Putra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ABOUT 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Instructor background.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3"/>
                </a:solidFill>
                <a:latin typeface="Calibri"/>
              </a:defRPr>
            </a:pPr>
            <a:r>
              <a:t>Web Developer &amp; Trader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Full-stack Laravel / PHP sejak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Crypto + jewelry trader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Web3 enthusiast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45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XAU signal bot live 24/7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45920"/>
            <a:ext cx="457200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XAU Bot —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7"/>
                </a:solidFill>
                <a:latin typeface="Calibri"/>
              </a:defRPr>
            </a:pPr>
            <a:r>
              <a:t>Price: $4,075.70 (+1.41%)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7"/>
                </a:solidFill>
                <a:latin typeface="Calibri"/>
              </a:defRPr>
            </a:pPr>
            <a:r>
              <a:t>Direction: LONG | Confidence: 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7"/>
                </a:solidFill>
                <a:latin typeface="Calibri"/>
              </a:defRPr>
            </a:pPr>
            <a:r>
              <a:t>Entry: $4,019 | SL: $3,962 | TP: $4,113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7"/>
                </a:solidFill>
                <a:latin typeface="Calibri"/>
              </a:defRPr>
            </a:pPr>
            <a:r>
              <a:t>R:R 1:1.67 | WR: 25% (1W/4L)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7"/>
                </a:solidFill>
                <a:latin typeface="Calibri"/>
              </a:defRPr>
            </a:pPr>
            <a:r>
              <a:t>Bot tetap profit walau win rate kecil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Bot real, bukan simulasi.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What we'll build in 45 minutes.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5798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Install AI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Hermes Agent di laptop lo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21996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Setup 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68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OpenRouter API key (gratis)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86004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Download Bot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230 baris, 5 indikator, siap jalan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50012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Jalanin Bot + Sinyal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49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Output sinyal LONG/SHORT + SL/TP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15798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Cron — Auto 24/7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Bot jalan sendiri tanpa server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21996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Bonus: Telegram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Sinyal masuk HP otomatis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286004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Tanya apa aja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45 menit. Dari nol jadi bot jalan.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WHY SIGNAL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Kenapa Bot Sinyal?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3"/>
                </a:solidFill>
                <a:latin typeface="Calibri"/>
              </a:defRPr>
            </a:pPr>
            <a:r>
              <a:t>Lo ga perlu jadi programmer.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Bisa buka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Bisa copy-paste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Mau nyobain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029200" cy="3200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Hasil Akhir: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Tiap X jam, bot analisa pasar,</a:t>
            </a:r>
            <a:br/>
            <a:r>
              <a:t>generate sinyal, kirim ke Telegram.</a:t>
            </a:r>
            <a:br/>
            <a:r>
              <a:t>Lo tinggal baca, eksekusi kalau cocok.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Ini signal bot, bukan execution bot.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Aman, ga konek API exchange.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AI yang kerja, lo yang megang kontrol.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WHY HERMES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Kenapa Hermes Agent?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D8C"/>
                </a:solidFill>
                <a:latin typeface="Calibri"/>
              </a:defRPr>
            </a:pPr>
            <a:r>
              <a:t>Gratis. Kode terbuka. Ga ada biaya langganan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Calibri"/>
              </a:defRPr>
            </a:pPr>
            <a:r>
              <a:t>Cron Bawaan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D8C"/>
                </a:solidFill>
                <a:latin typeface="Calibri"/>
              </a:defRPr>
            </a:pPr>
            <a:r>
              <a:t>Bot jalan otomatis tanpa server. Hermes yang jagain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Calibri"/>
              </a:defRPr>
            </a:pPr>
            <a:r>
              <a:t>Multi-Provider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D8C"/>
                </a:solidFill>
                <a:latin typeface="Calibri"/>
              </a:defRPr>
            </a:pPr>
            <a:r>
              <a:t>Claude, GPT, DeepSeek, Gemini — pilih bebas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Calibri"/>
              </a:defRPr>
            </a:pPr>
            <a:r>
              <a:t>Multi-Platform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D8C"/>
                </a:solidFill>
                <a:latin typeface="Calibri"/>
              </a:defRPr>
            </a:pPr>
            <a:r>
              <a:t>Telegram, Discord, Email, File — kirim ke mana aja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Tools yang sama dipake instructor buat bot live-nya.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Install and prep your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3"/>
                </a:solidFill>
                <a:latin typeface="Calibri"/>
              </a:defRPr>
            </a:pPr>
            <a:r>
              <a:t>Kenapa Hermes Agent?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Open source — gratis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Cron bawaan — bot jalan otomatis tanpa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Multi-provider — Claude, GPT, DeepSeek, bebas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54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Multi-platform — Telegram, Discord,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3"/>
                </a:solidFill>
                <a:latin typeface="Calibri"/>
              </a:defRPr>
            </a:pPr>
            <a:r>
              <a:t>Install: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029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>
              <a:defRPr sz="1300">
                <a:solidFill>
                  <a:srgbClr val="1E40AF"/>
                </a:solidFill>
                <a:latin typeface="Consolas"/>
              </a:defRPr>
            </a:pPr>
            <a:r>
              <a:t>$ curl -fsSL https://hermes-agent.nousresearch.com/install.sh | bash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3"/>
                </a:solidFill>
                <a:latin typeface="Calibri"/>
              </a:defRPr>
            </a:pPr>
            <a:r>
              <a:t>Cek: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32004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>
              <a:defRPr sz="1300">
                <a:solidFill>
                  <a:srgbClr val="1E40AF"/>
                </a:solidFill>
                <a:latin typeface="Consolas"/>
              </a:defRPr>
            </a:pPr>
            <a:r>
              <a:t>$ hermes doctor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15798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Install Python 3.10+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Download from python.org. Centang 'Add Python to PATH'.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24942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Set up code editor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VS Code (free) — ringan, cukup buat edit bot scripts.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34086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Daftar OpenRouter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657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openrouter.ai/keys — gratis. Create Key, copy API key.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Once this is done, you're ready to build your first trading bot.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SETUP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Connect Hermes to an AI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Step 1: OpenRouter (GRATIS)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Buka https://openrouter.ai/keys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Login (Google/GitHub/email)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Klik 'Create Key' → Copy API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54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Simpan di Notepad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Step 2: Setup di Hermes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029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>
              <a:defRPr sz="1300">
                <a:solidFill>
                  <a:srgbClr val="1E40AF"/>
                </a:solidFill>
                <a:latin typeface="Consolas"/>
              </a:defRPr>
            </a:pPr>
            <a:r>
              <a:t>$ hermes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D37"/>
                </a:solidFill>
                <a:latin typeface="Calibri"/>
              </a:defRPr>
            </a:pPr>
            <a:r>
              <a:t>Pilih: OpenRouter -&gt; paste API key -&gt; pilih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5029200" cy="3657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Model Gratis Rekomendasi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D37"/>
                </a:solidFill>
                <a:latin typeface="Calibri"/>
              </a:defRPr>
            </a:pPr>
            <a:r>
              <a:t>DeepSeek V3  →  signal analisa (recommended!)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D37"/>
                </a:solidFill>
                <a:latin typeface="Calibri"/>
              </a:defRPr>
            </a:pPr>
            <a:r>
              <a:t>Qwen 2.5 72B  →  coding sederhana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D37"/>
                </a:solidFill>
                <a:latin typeface="Calibri"/>
              </a:defRPr>
            </a:pPr>
            <a:r>
              <a:t>Gemini Flash  →  gratis unlimited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657600"/>
            <a:ext cx="10058400" cy="12700"/>
          </a:xfrm>
          <a:prstGeom prst="rect">
            <a:avLst/>
          </a:prstGeom>
          <a:solidFill>
            <a:srgbClr val="C8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3"/>
                </a:solidFill>
                <a:latin typeface="Calibri"/>
              </a:defRPr>
            </a:pPr>
            <a:r>
              <a:t>Alternatif: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Gemini API — 60 req/menit gratis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Ollama local — butuh RAM 8GB+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DeepSeek V3 — gratis, cepet, cukup buat workshop.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BOT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Template bot — 230 baris, siap jalan.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trading_bot_template.py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Fetch harga (demo mode, tinggal ganti API 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5 Indikator: RSI, EMA, MACD, BB, 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Generate sinyal LONG / SHORT + SL / 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54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Simpan history ke signals.json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Cooldown 4 jam + silent mode (ga spam)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Ga perlu nulis kode. Tinggal download dan jalanin.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0292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>
              <a:defRPr sz="1300">
                <a:solidFill>
                  <a:srgbClr val="1E40AF"/>
                </a:solidFill>
                <a:latin typeface="Consolas"/>
              </a:defRPr>
            </a:pPr>
            <a:r>
              <a:t>INDICATORS = {</a:t>
            </a:r>
            <a:br/>
            <a:r>
              <a:t>    "RSI": "Relative Strength Index",</a:t>
            </a:r>
            <a:br/>
            <a:r>
              <a:t>    "EMA": "Exponential Moving Average",</a:t>
            </a:r>
            <a:br/>
            <a:r>
              <a:t>    "MACD": "MACD momentum",</a:t>
            </a:r>
            <a:br/>
            <a:r>
              <a:t>    "BB": "Bollinger Bands envelope",</a:t>
            </a:r>
            <a:br/>
            <a:r>
              <a:t>    "ATR": "Average True Range",</a:t>
            </a:r>
            <a:br/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>
              <a:defRPr sz="1300">
                <a:solidFill>
                  <a:srgbClr val="1E40AF"/>
                </a:solidFill>
                <a:latin typeface="Consolas"/>
              </a:defRPr>
            </a:pPr>
            <a:r>
              <a:t>def generate_signal(prices, history, last_signal):</a:t>
            </a:r>
            <a:br/>
            <a:r>
              <a:t>    """Combine indikator -&gt; confidence 0-100%.</a:t>
            </a:r>
            <a:br/>
            <a:r>
              <a:t>    &gt;=60% -&gt; LONG/SHORT signal.</a:t>
            </a:r>
            <a:br/>
            <a:r>
              <a:t>    &lt;60% -&gt; skip."""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Template ini yang bakal lo jalanin + cron-in.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RUN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Jalanin bot dan liat sinyal.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029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>
              <a:defRPr sz="1300">
                <a:solidFill>
                  <a:srgbClr val="1E40AF"/>
                </a:solidFill>
                <a:latin typeface="Consolas"/>
              </a:defRPr>
            </a:pPr>
            <a:r>
              <a:t>$ python trading_bot_template.py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029200" cy="2377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Calibri"/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40AF"/>
                </a:solidFill>
                <a:latin typeface="Consolas"/>
              </a:defRPr>
            </a:pPr>
            <a:r>
              <a:t>TRADING SIGNAL - 25 Jul 13:30 WIB</a:t>
            </a:r>
            <a:br/>
            <a:r>
              <a:t>========================================</a:t>
            </a:r>
            <a:br/>
            <a:r>
              <a:t>Price: $4,075.70 (+1.71%)</a:t>
            </a:r>
            <a:br/>
            <a:r>
              <a:t>Direction: LONG | Confidence: 95%</a:t>
            </a:r>
            <a:br/>
            <a:r>
              <a:t>Entry: $4,075.70 | SL: $3,962.50</a:t>
            </a:r>
            <a:br/>
            <a:r>
              <a:t>TP: $4,113.20 | R:R 1:1.67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D8C"/>
                </a:solidFill>
                <a:latin typeface="Calibri"/>
              </a:defRPr>
            </a:pPr>
            <a:r>
              <a:t>Bot juga simpan history di: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Consolas"/>
              </a:defRPr>
            </a:pPr>
            <a:r>
              <a:t>signals.json + history.json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Kalau bot silent — itu normal (cooldown).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BOT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Kenapa bot ga ngomong tiap detik?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Itu FITUR, bukan bug.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3474720" cy="1828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Cooldown 4 jam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7"/>
                </a:solidFill>
                <a:latin typeface="Calibri"/>
              </a:defRPr>
            </a:pPr>
            <a:r>
              <a:t>Jeda antar sinyal biar ga spam. Bot ga akan generate sinyal baru sebelum 4 jam.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194560"/>
            <a:ext cx="3474720" cy="1828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Active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7"/>
                </a:solidFill>
                <a:latin typeface="Calibri"/>
              </a:defRPr>
            </a:pPr>
            <a:r>
              <a:t>Ga generate sinyal kalo masih ada posisi aktif yang belum kena TP/SL.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2194560"/>
            <a:ext cx="3474720" cy="1828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8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Silent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7"/>
                </a:solidFill>
                <a:latin typeface="Calibri"/>
              </a:defRPr>
            </a:pPr>
            <a:r>
              <a:t>Output cuma kalo ada sinyal BARU atau posisi CLOSED. Selain itu diem aja.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87D8C"/>
                </a:solidFill>
                <a:latin typeface="Calibri"/>
              </a:defRPr>
            </a:pPr>
            <a:r>
              <a:t>Mau liat status? Buka signals.json atau jalanin ulang bot.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Bot XAU — hidup 24/7.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2926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XAU SIGNAL —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onsolas"/>
              </a:defRPr>
            </a:pPr>
            <a:r>
              <a:t>LONG | Entry $4,019</a:t>
            </a:r>
            <a:br/>
            <a:r>
              <a:t>P&amp;L +1.41%</a:t>
            </a:r>
            <a:br/>
            <a:r>
              <a:t>SL $3,962 | TP $4,113</a:t>
            </a:r>
            <a:br/>
            <a:r>
              <a:t>36/48h | R:R 1:1.67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WR: 25% (1W/4L)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Kenapa lo harus percaya?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Ini bot real, bukan 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Gue jalanin sebelum workshop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5 sinyal udah di-generate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1 win, 4 loss — tapi profit karena SL kecil, TP besar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Bot tetap jalan walau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Gue ga pernah coding ulang. Template -&gt; Cron -&gt; Done.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Cron: bot jalan sendiri, lo tinggal terima hasil.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D8C"/>
                </a:solidFill>
                <a:latin typeface="Calibri"/>
              </a:defRPr>
            </a:pPr>
            <a:r>
              <a:t>Manual python trading_bot.py tiap hari? Capek.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Calibri"/>
              </a:defRPr>
            </a:pPr>
            <a:r>
              <a:t>Cron = bot jalan sendiri tanpa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0584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>
              <a:defRPr sz="1300">
                <a:solidFill>
                  <a:srgbClr val="1E40AF"/>
                </a:solidFill>
                <a:latin typeface="Consolas"/>
              </a:defRPr>
            </a:pPr>
            <a:r>
              <a:t>$ hermes cron create 'every 4h' \</a:t>
            </a:r>
            <a:br/>
            <a:r>
              <a:t>    --name "Sinyal XAU Auto" \</a:t>
            </a:r>
            <a:br/>
            <a:r>
              <a:t>    --prompt "Jalankan python trading_bot_template.py 2&gt;&amp;1. Kirim output apa adanya."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D8C"/>
                </a:solidFill>
                <a:latin typeface="Calibri"/>
              </a:defRPr>
            </a:pPr>
            <a:r>
              <a:t>Cek cron yang berjalan: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41148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>
              <a:defRPr sz="1300">
                <a:solidFill>
                  <a:srgbClr val="1E40AF"/>
                </a:solidFill>
                <a:latin typeface="Consolas"/>
              </a:defRPr>
            </a:pPr>
            <a:r>
              <a:t>$ hermes cron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Cron -&gt; sinyal otomatis. Lo tinggal baca hasilnya.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Kirim sinyal ke Telegram.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Setup Gateway: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0370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Bikin bot lewat @BotFather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Dapetin token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3144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Start bot di HP 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80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Cari nama bot lo, klik start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2580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Setup Hermes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$ hermes gateway setup -&gt; pilih Telegram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82016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Update cron biar 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69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$ hermes cron update &lt;id&gt; --deliver telegram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554480"/>
            <a:ext cx="4572000" cy="3200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Hasilnya: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2860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D37"/>
                </a:solidFill>
                <a:latin typeface="Consolas"/>
              </a:defRPr>
            </a:pPr>
            <a:r>
              <a:t>[TRADING SIGNAL - 25 Jul 14:00 WIB]</a:t>
            </a:r>
            <a:br/>
            <a:r>
              <a:t>Price: $4,075.70 (+1.71%)</a:t>
            </a:r>
            <a:br/>
            <a:r>
              <a:t>Direction: LONG | Confidence: 95%</a:t>
            </a:r>
            <a:br/>
            <a:r>
              <a:t>Entry: $4,075.70 | R:R 1:1.67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Tiap 4 jam, sinyal masuk HP.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D8C"/>
                </a:solidFill>
                <a:latin typeface="Calibri"/>
              </a:defRPr>
            </a:pPr>
            <a:r>
              <a:t>Lo ga perlu buka laptop.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HANDS-ON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Practice time — 15 menit.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5798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Install Hermes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curl -fsSL https://hermes-agent.nousresearch.com/install.sh | bash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8572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Download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QR code / link workshop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59156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Jalanin 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python trading_bot_template.py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15798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Setup cron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28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hermes cron create 'every 6h' --name 'Sinyal Saya' --prompt ...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258572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Telegram (opsional)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D8C"/>
                </a:solidFill>
                <a:latin typeface="Calibri"/>
              </a:defRPr>
            </a:pPr>
            <a:r>
              <a:t>hermes gateway setup -&gt; deliver ke Telegram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Selesai! Bot sinyal lo udah jalan sendiri.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Tips biar trading bot lo sukses.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DO: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Mulai dengan 1 aset (XAU atau BTC)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SL wajib sebelum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Backtest 1 minggu sebelum real trade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54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Cross-check sinyal AI dengan chart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D37"/>
                </a:solidFill>
                <a:latin typeface="Calibri"/>
              </a:defRPr>
            </a:pPr>
            <a:r>
              <a:t>  •  Konsisten — 3 sinyal bagus &gt; 20 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DON'T: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3232"/>
                </a:solidFill>
                <a:latin typeface="Calibri"/>
              </a:defRPr>
            </a:pPr>
            <a:r>
              <a:t>  X  Trade real money langsung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3232"/>
                </a:solidFill>
                <a:latin typeface="Calibri"/>
              </a:defRPr>
            </a:pPr>
            <a:r>
              <a:t>  X  Over-trading (cron tiap jam = spam)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3232"/>
                </a:solidFill>
                <a:latin typeface="Calibri"/>
              </a:defRPr>
            </a:pPr>
            <a:r>
              <a:t>  X  Percaya 100% ke AI — lo tetap bosnya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— — Risk management &gt; win rate.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REAL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Bot gue — bukti nyata.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Tampilkan dashboard: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B82F6"/>
                </a:solidFill>
                <a:latin typeface="Consolas"/>
              </a:defRPr>
            </a:pPr>
            <a:r>
              <a:t>xau_dashboard.html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B82F6"/>
                </a:solidFill>
                <a:latin typeface="Consolas"/>
              </a:defRPr>
            </a:pPr>
            <a:r>
              <a:t>xau_entry_reasons.html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029200" cy="2560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Bot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D37"/>
                </a:solidFill>
                <a:latin typeface="Calibri"/>
              </a:defRPr>
            </a:pPr>
            <a:r>
              <a:t>  &gt;  Total sinyal: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33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D37"/>
                </a:solidFill>
                <a:latin typeface="Calibri"/>
              </a:defRPr>
            </a:pPr>
            <a:r>
              <a:t>  &gt;  Win: 1 | Loss: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809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D37"/>
                </a:solidFill>
                <a:latin typeface="Calibri"/>
              </a:defRPr>
            </a:pPr>
            <a:r>
              <a:t>  &gt;  Win Rate: 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284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D37"/>
                </a:solidFill>
                <a:latin typeface="Calibri"/>
              </a:defRPr>
            </a:pPr>
            <a:r>
              <a:t>  &gt;  Tapi profit karena R:R bagus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2D37"/>
                </a:solidFill>
                <a:latin typeface="Calibri"/>
              </a:defRPr>
            </a:pPr>
            <a:r>
              <a:t>  &gt;  Bot tetap jalan walau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Yang penting konsisten. Bukan selalu benar.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D8C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73760"/>
            <a:ext cx="36576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40AF"/>
                </a:solidFill>
                <a:latin typeface="Calibri"/>
              </a:defRPr>
            </a:pPr>
            <a:r>
              <a:t>Semua yang lo butuh setelah workshop.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Hermes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hermes-agent.nousresearch.com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OpenRouter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openrouter.ai/keys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Python 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python.org/downloads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Bot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[QR Code / Link]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Cheatsheet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[QR Code / Link]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Calibri"/>
              </a:defRPr>
            </a:pPr>
            <a:r>
              <a:t>PDF GuideBook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[QR Code / Link]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Semua link ada di PDF GuideBook. Scan QR!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" y="347472"/>
            <a:ext cx="11496751" cy="6163056"/>
          </a:xfrm>
          <a:prstGeom prst="roundRect">
            <a:avLst/>
          </a:prstGeom>
          <a:noFill/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3B82F6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1089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E40AF"/>
                </a:solidFill>
                <a:latin typeface="Calibri"/>
              </a:defRPr>
            </a:pPr>
            <a:r>
              <a:t>Terima Kasih!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931920"/>
            <a:ext cx="4876495" cy="12700"/>
          </a:xfrm>
          <a:prstGeom prst="rect">
            <a:avLst/>
          </a:prstGeom>
          <a:solidFill>
            <a:srgbClr val="C8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82D37"/>
                </a:solidFill>
                <a:latin typeface="Calibri"/>
              </a:defRPr>
            </a:pPr>
            <a:r>
              <a:t>Lo punya signal generator sendiri sekarang.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Calibri"/>
              </a:defRPr>
            </a:pPr>
            <a:r>
              <a:t>Ga perlu jadi programmer. Cukup prompt, download, cron, jalan.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87D8C"/>
                </a:solidFill>
                <a:latin typeface="Calibri"/>
              </a:defRPr>
            </a:pPr>
            <a:r>
              <a:t>@Putra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035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87D8C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