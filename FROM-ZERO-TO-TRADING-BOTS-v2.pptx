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WORKSHOP · PINTU × WEB3 DEV BANDUNG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6276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From Zero to Trading 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t>Build your first crypto trading bot today — no prior experience needed!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Hosted by PINTU × Web3 Dev Bandung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Beginner-friendly · Hands-on · Live Coding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Sabtu, 25 Juli 2026 | 13:00 WIB | Parla Cafe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366F1"/>
                </a:solidFill>
                <a:latin typeface="Calibri"/>
              </a:defRPr>
            </a:pPr>
            <a:r>
              <a:t>Instructor: Putra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t>Today I'll show you how to build your own AI trading signal bot from scratch — no complex AI knowledge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5984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1E23"/>
                </a:solidFill>
                <a:latin typeface="Calibri"/>
              </a:defRPr>
            </a:pPr>
            <a:r>
              <a:t>Web developer sejak 2019 (Laravel, PHP, Web3)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556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17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1E23"/>
                </a:solidFill>
                <a:latin typeface="Calibri"/>
              </a:defRPr>
            </a:pPr>
            <a:r>
              <a:t>Crypto + jewelry trader — manage both portfolios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128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1E23"/>
                </a:solidFill>
                <a:latin typeface="Calibri"/>
              </a:defRPr>
            </a:pPr>
            <a:r>
              <a:t>Run XAU signal bot live 24/7 — real signals, real P&amp;L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700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1E23"/>
                </a:solidFill>
                <a:latin typeface="Calibri"/>
              </a:defRPr>
            </a:pPr>
            <a:r>
              <a:t>5 indicators: RSI, EMA, MACD, Bollinger Bands, ATR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272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E1E23"/>
                </a:solidFill>
                <a:latin typeface="Calibri"/>
              </a:defRPr>
            </a:pPr>
            <a:r>
              <a:t>Bot sends signals to Telegram — hands-free monitoring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All source code and setup guides will be shared after the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WHAT YOU WILL BUILD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By the end of this workshop, you will have built: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840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An AI-powered trading signal bot that analyzes markets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2410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86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Custom indicators: RSI, EMA, MACD, Bollinger Bands, ATR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641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Automated cron job — bot runs every 4 hours without server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0426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66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Optional Telegram integration — signals delivered to your phone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4434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A complete understanding of how to modify and improve your bot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All source code and setup guides will be shared with you via the workshop group after the session.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TODAY'S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How this workshop is structured.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0584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52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52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Check-in &amp; Setup Prep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605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0584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8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08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Install AI Assistant (Hermes Agent)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108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100584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11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11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Connect to AI Provider (OpenRouter)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611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063240"/>
            <a:ext cx="100584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14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114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Run Your First Bot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114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100584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16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16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Cron: Automate the 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616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069080"/>
            <a:ext cx="100584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19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119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Bonus: Telegram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119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72000"/>
            <a:ext cx="100584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22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622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622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Total session time: 45 minutes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Timing is approximate. Feel free to ask questions throughout.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WHY SIGNAL 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Kenapa bot sinyal — dan kenapa lo bisa buatnya?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1E23"/>
                </a:solidFill>
                <a:latin typeface="Calibri"/>
              </a:defRPr>
            </a:pPr>
            <a:r>
              <a:t>No coding experience needed. Just: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412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Open a terminal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5270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14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Copy-paste commands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641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1E23"/>
                </a:solidFill>
                <a:latin typeface="Calibri"/>
              </a:defRPr>
            </a:pPr>
            <a:r>
              <a:t>Follow along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5029200" cy="27432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Calibri"/>
              </a:defRPr>
            </a:pPr>
            <a:r>
              <a:t>What you'll get: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223266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94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Signal bot analyzes market every 4h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616708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Generates LONG/SHORT signals with SL/TP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000756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962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Sends to Terminal (and optionally Telegram)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384804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3467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You decide — execute or skip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768852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730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Zero risk: signal-only, no exchange connection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251960"/>
            <a:ext cx="41148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366F1"/>
                </a:solidFill>
                <a:latin typeface="Calibri"/>
              </a:defRPr>
            </a:pPr>
            <a:r>
              <a:t>AI generates signals. You stay in control.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Signal bot = analysis only. No API keys for exchanges needed.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Kenapa Hermes Agent?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Gratis, kode terbuka, ga ada biaya langganan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Built-in Cron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Bot jalan otomatis tanpa server — Hermes jagain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02920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DeepSeek, Claude, GPT, Gemini — switch anytime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02920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Telegram, Discord, Email, File — deliver anywhere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Same tool used by the instructor for his live XAU bot.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Install and prep your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Install Hermes Agent: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572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100">
                <a:solidFill>
                  <a:srgbClr val="1E1E23"/>
                </a:solidFill>
                <a:latin typeface="Consolas"/>
              </a:defRPr>
            </a:pPr>
            <a:r>
              <a:t>curl -fsSL https://hermes-agent.nousresearch.com/install.sh | bash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1E23"/>
                </a:solidFill>
                <a:latin typeface="Calibri"/>
              </a:defRPr>
            </a:pPr>
            <a:r>
              <a:t>Verify: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3200400" cy="3657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100">
                <a:solidFill>
                  <a:srgbClr val="1E1E23"/>
                </a:solidFill>
                <a:latin typeface="Consolas"/>
              </a:defRPr>
            </a:pPr>
            <a:r>
              <a:t>hermes doctor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Windows: Python 3.10+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Install Python 3.10+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10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Download from python.org. Check 'Add to PATH'.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48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Set up VS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048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Free, lightweight. Install if you want to edit scripts.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Get OpenRouter API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99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openrouter.ai/keys — free. Create account, copy key.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Once this is done, you're ready to build your first trading bot.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SETUP PROVIDER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Connect Hermes to an AI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OpenRouter (GRATIS):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97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Open https://openrouter.ai/keys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1554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Login with Google/GitHub/email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8130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Click 'Create Key' → Copy the API key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14706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Save it — you'll paste it into Hermes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029200" cy="3657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100">
                <a:solidFill>
                  <a:srgbClr val="1E1E23"/>
                </a:solidFill>
                <a:latin typeface="Consolas"/>
              </a:defRPr>
            </a:pPr>
            <a:r>
              <a:t>hermes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1E23"/>
                </a:solidFill>
                <a:latin typeface="Calibri"/>
              </a:defRPr>
            </a:pPr>
            <a:r>
              <a:t>Select: OpenRouter → paste key → pick DeepSeek V3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5029200" cy="2926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6366F1"/>
                </a:solidFill>
                <a:latin typeface="Calibri"/>
              </a:defRPr>
            </a:pPr>
            <a:r>
              <a:t>Recommended Free Models: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1E23"/>
                </a:solidFill>
                <a:latin typeface="Calibri"/>
              </a:defRPr>
            </a:pPr>
            <a:r>
              <a:t>DeepSeek 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Best for signal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1E23"/>
                </a:solidFill>
                <a:latin typeface="Calibri"/>
              </a:defRPr>
            </a:pPr>
            <a:r>
              <a:t>Qwen 2.5 72B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Good for code modifications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1E23"/>
                </a:solidFill>
                <a:latin typeface="Calibri"/>
              </a:defRPr>
            </a:pPr>
            <a:r>
              <a:t>Gemini 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Fast, unlimited free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366F1"/>
                </a:solidFill>
                <a:latin typeface="Calibri"/>
              </a:defRPr>
            </a:pPr>
            <a:r>
              <a:t>DeepSeek V3 is recommended — free, fast, sufficient.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No credit card needed. Free tier is enough for this workshop.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BOT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Template bot — 230 lines of Python.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t>Everything is pre-built. You just need to run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trading_bot_template.py includes: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984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Real-time price fetching (demo mode)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45892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07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5 indicators: RSI, EMA, MACD, BB, ATR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93364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5526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Signal generation with confidence scoring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640836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0273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Auto SL/TP calculation via ATR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88308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502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Cooldown system to prevent spam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3357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97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JSON history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103120"/>
            <a:ext cx="5029200" cy="137160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100">
                <a:solidFill>
                  <a:srgbClr val="1E1E23"/>
                </a:solidFill>
                <a:latin typeface="Consolas"/>
              </a:defRPr>
            </a:pPr>
            <a:r>
              <a:t>INDICATORS = {</a:t>
            </a:r>
            <a:br/>
            <a:r>
              <a:t>    "RSI": "Relative Strength Index",</a:t>
            </a:r>
            <a:br/>
            <a:r>
              <a:t>    "EMA": "Exponential Moving Average",</a:t>
            </a:r>
            <a:br/>
            <a:r>
              <a:t>    "MACD": "MACD momentum",</a:t>
            </a:r>
            <a:br/>
            <a:r>
              <a:t>    "BB": "Bollinger Bands",</a:t>
            </a:r>
            <a:br/>
            <a:r>
              <a:t>    "ATR": "Average True Range",</a:t>
            </a:r>
            <a:br/>
            <a: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029200" cy="100584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100">
                <a:solidFill>
                  <a:srgbClr val="1E1E23"/>
                </a:solidFill>
                <a:latin typeface="Consolas"/>
              </a:defRPr>
            </a:pPr>
            <a:r>
              <a:t>def generate_signal(prices, history, last_signal):</a:t>
            </a:r>
            <a:br/>
            <a:r>
              <a:t>    """Combine indicators -&gt; confidence 0-100%.</a:t>
            </a:r>
            <a:br/>
            <a:r>
              <a:t>    &gt;= 60% -&gt; LONG/SHORT signal.</a:t>
            </a:r>
            <a:br/>
            <a:r>
              <a:t>    &lt; 60% -&gt; skip (too risky)."""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No coding required. Just download and run.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RUN 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Jalanin bot dan liat sinyal pertamamu.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1148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100">
                <a:solidFill>
                  <a:srgbClr val="1E1E23"/>
                </a:solidFill>
                <a:latin typeface="Consolas"/>
              </a:defRPr>
            </a:pPr>
            <a:r>
              <a:t>python trading_bot_template.py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029200" cy="25603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Expected Output: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E1E23"/>
                </a:solidFill>
                <a:latin typeface="Consolas"/>
              </a:defRPr>
            </a:pPr>
            <a:r>
              <a:t>TRADING SIGNAL - 25 Jul 13:30 WIB</a:t>
            </a:r>
            <a:br/>
            <a:r>
              <a:t>========================================</a:t>
            </a:r>
            <a:br/>
            <a:r>
              <a:t>Price: $4,075.70 (+1.71%)</a:t>
            </a:r>
            <a:br/>
            <a:r>
              <a:t>Direction: LONG | Confidence: 95%</a:t>
            </a:r>
            <a:br/>
            <a:r>
              <a:t>Entry: $4,075.70 | SL: $3,962.50</a:t>
            </a:r>
            <a:br/>
            <a:r>
              <a:t>TP: $4,113.20 | R:R 1:1.67</a:t>
            </a:r>
            <a:br/>
            <a:br/>
            <a:r>
              <a:t>Reasons:</a:t>
            </a:r>
            <a:br/>
            <a:r>
              <a:t>  - RSI 66&gt;50 bullish bias</a:t>
            </a:r>
            <a:br/>
            <a:r>
              <a:t>  - EMA9&gt;21 bullish</a:t>
            </a:r>
            <a:br/>
            <a:r>
              <a:t>  - MACD+ bullish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Bot also saves history 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onsolas"/>
              </a:defRPr>
            </a:pPr>
            <a:r>
              <a:t>signals.json  +  history.json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B7280"/>
                </a:solidFill>
                <a:latin typeface="Calibri"/>
              </a:defRPr>
            </a:pPr>
            <a:r>
              <a:t>If bot is silent — it's in cooldown or position active.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Silent mode is a feature, not a bug. No spam.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BOT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Kenapa bot ga ngomong tiap detik?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366F1"/>
                </a:solidFill>
                <a:latin typeface="Calibri"/>
              </a:defRPr>
            </a:pPr>
            <a:r>
              <a:t>It's a FEATURE, not a bug.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74720" cy="16459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Calibri"/>
              </a:defRPr>
            </a:pPr>
            <a:r>
              <a:t>Cooldown 4h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1E23"/>
                </a:solidFill>
                <a:latin typeface="Calibri"/>
              </a:defRPr>
            </a:pPr>
            <a:r>
              <a:t>Prevents spam. Bot waits 4 hours between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03120"/>
            <a:ext cx="3474720" cy="16459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Calibri"/>
              </a:defRPr>
            </a:pPr>
            <a:r>
              <a:t>Active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1E23"/>
                </a:solidFill>
                <a:latin typeface="Calibri"/>
              </a:defRPr>
            </a:pPr>
            <a:r>
              <a:t>No new signal if a position is still open.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2103120"/>
            <a:ext cx="3474720" cy="16459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8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Calibri"/>
              </a:defRPr>
            </a:pPr>
            <a:r>
              <a:t>Silent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8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1E23"/>
                </a:solidFill>
                <a:latin typeface="Calibri"/>
              </a:defRPr>
            </a:pPr>
            <a:r>
              <a:t>Output only on NEW signal or CLOSED position.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Want to check status? Open signals.json or re-run the bot.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Your bot is working. It's just being polite.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Bot XAU — hidup 24/7.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t>This is the instructor's real bot. Running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256032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6366F1"/>
                </a:solidFill>
                <a:latin typeface="Calibri"/>
              </a:defRPr>
            </a:pPr>
            <a:r>
              <a:t>XAU/USD — ACTIVE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onsolas"/>
              </a:defRPr>
            </a:pPr>
            <a:r>
              <a:t>Direction: LONG</a:t>
            </a:r>
            <a:br/>
            <a:r>
              <a:t>Entry: $4,019.00</a:t>
            </a:r>
            <a:br/>
            <a:r>
              <a:t>Current: $4,075.70 (+1.41%)</a:t>
            </a:r>
            <a:br/>
            <a:r>
              <a:t>SL: $3,962.50 | TP: $4,113.20</a:t>
            </a:r>
            <a:br/>
            <a:r>
              <a:t>R:R 1:1.67 | Duration: 36/48h</a:t>
            </a:r>
            <a:br/>
            <a:r>
              <a:t>Win Rate: 25% (1W/4L)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366F1"/>
                </a:solidFill>
                <a:latin typeface="Calibri"/>
              </a:defRPr>
            </a:pPr>
            <a:r>
              <a:t>Bot tetap profit walau win rate kecil. Risk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Why this matters: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259842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This is a REAL bot — not a simulation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29641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Running before you arrived today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332994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291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5 signals generated, 1 win 4 loss — but overall profitable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369570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Bot keeps running even after losses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406146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23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I never recoded. Template → Cron → Done.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Your bot will look exactly like this by the end of session.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Cron: bot jalan sendiri, lo tinggal terima hasil.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B7280"/>
                </a:solidFill>
                <a:latin typeface="Calibri"/>
              </a:defRPr>
            </a:pPr>
            <a:r>
              <a:t>Running python trading_bot.py manually every day? Tiring.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Cron = bot runs itself. No server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058400" cy="109728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100">
                <a:solidFill>
                  <a:srgbClr val="1E1E23"/>
                </a:solidFill>
                <a:latin typeface="Consolas"/>
              </a:defRPr>
            </a:pPr>
            <a:r>
              <a:t>hermes cron create 'every 4h' \</a:t>
            </a:r>
            <a:br/>
            <a:r>
              <a:t>    --name "Sinyal XAU Auto" \</a:t>
            </a:r>
            <a:br/>
            <a:r>
              <a:t>    --prompt "Jalankan python trading_bot_template.py 2&gt;&amp;1. Kirim output apa adanya."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Check running crons: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657600" cy="365760"/>
          </a:xfrm>
          <a:prstGeom prst="round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76200"/>
          <a:lstStyle/>
          <a:p>
            <a:pPr algn="ctr">
              <a:defRPr sz="1100">
                <a:solidFill>
                  <a:srgbClr val="1E1E23"/>
                </a:solidFill>
                <a:latin typeface="Consolas"/>
              </a:defRPr>
            </a:pPr>
            <a:r>
              <a:t>hermes cron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Calibri"/>
              </a:defRPr>
            </a:pPr>
            <a:r>
              <a:t>You now have a 24/7 trading signal bot. Congratulations!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Cron handles everything. You just read the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Bonus: Kirim sinyal ke Telegram.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Create bot via @BotFather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10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Get your bot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Start your bot on 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59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Search bot name, click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Setup Hermes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077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hermes gateway setup → select Telegram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0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Update cron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56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hermes cron update &lt;id&gt; --deliver telegram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4572000" cy="3200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Calibri"/>
              </a:defRPr>
            </a:pPr>
            <a:r>
              <a:t>Result: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1945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E1E23"/>
                </a:solidFill>
                <a:latin typeface="Consolas"/>
              </a:defRPr>
            </a:pPr>
            <a:r>
              <a:t>[TRADING SIGNAL - 25 Jul 14:00]</a:t>
            </a:r>
            <a:br/>
            <a:r>
              <a:t>Price: $4,075.70 (+1.71%)</a:t>
            </a:r>
            <a:br/>
            <a:r>
              <a:t>Direction: LONG | Confidence: 95%</a:t>
            </a:r>
            <a:br/>
            <a:r>
              <a:t>Entry: $4,075.70 | R:R 1:1.67</a:t>
            </a:r>
            <a:br/>
            <a:br/>
            <a:r>
              <a:t>Reasons:</a:t>
            </a:r>
            <a:br/>
            <a:r>
              <a:t> - RSI bullish, EMA9&gt;21</a:t>
            </a:r>
            <a:br/>
            <a:r>
              <a:t> - MACD+ momentum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Every 4 hours, signal arrives on your phone.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No laptop needed after setup.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Telegram is optional but highly recommended.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HANDS-ON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Practice time — 15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Calibri"/>
              </a:defRPr>
            </a:pPr>
            <a:r>
              <a:t>Follow along. Help your neighbor if they're stuck.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Install Hermes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677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curl -fsSL https://hermes-agent.nousresearch.com/install.sh | 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Setup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hermes model → OpenRouter → paste key → DeepSeek 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Download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QR code / link provided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11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Run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677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python trading_bot_template.py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Setup cron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hermes cron create 'every 6h' --name 'Sinyal Saya' --prompt 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474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00"/>
                </a:solidFill>
                <a:latin typeface="Calibri"/>
              </a:defRPr>
            </a:pPr>
            <a:r>
              <a:t>Telegram (optional)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hermes gateway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366F1"/>
                </a:solidFill>
                <a:latin typeface="Calibri"/>
              </a:defRPr>
            </a:pPr>
            <a:r>
              <a:t>Done! Your trading bot is now live.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Tips biar trading bot lo sukses.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Calibri"/>
              </a:defRPr>
            </a:pPr>
            <a:r>
              <a:t>DO: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497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Start with 1 asset (XAU or BTC)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97252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59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Always set Stop Loss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4724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066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Backtest 1 week before real trade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92196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540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Cross-check AI signals with chart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39668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015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E1E23"/>
                </a:solidFill>
                <a:latin typeface="Calibri"/>
              </a:defRPr>
            </a:pPr>
            <a:r>
              <a:t>Be consistent — 3 good signals &gt; 20 random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Calibri"/>
              </a:defRPr>
            </a:pPr>
            <a:r>
              <a:t>DON'T: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20497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F4444"/>
                </a:solidFill>
                <a:latin typeface="Calibri"/>
              </a:defRPr>
            </a:pPr>
            <a:r>
              <a:t>Trade real money immediately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41554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F4444"/>
                </a:solidFill>
                <a:latin typeface="Calibri"/>
              </a:defRPr>
            </a:pPr>
            <a:r>
              <a:t>Over-trade (cron every hour = spam)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78130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"/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F4444"/>
                </a:solidFill>
                <a:latin typeface="Calibri"/>
              </a:defRPr>
            </a:pPr>
            <a:r>
              <a:t>Trust AI 100% — you're still the boss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Calibri"/>
              </a:defRPr>
            </a:pPr>
            <a:r>
              <a:t>Risk management &gt; Win rate. Always.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2920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Start small, learn, then scale.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366F1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94080"/>
            <a:ext cx="5080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All materials — scan QR or use links.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6F1"/>
                </a:solidFill>
                <a:latin typeface="Calibri"/>
              </a:defRPr>
            </a:pPr>
            <a:r>
              <a:t>hermes-agent.nousresearch.com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OpenRouter (Free API Key)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6F1"/>
                </a:solidFill>
                <a:latin typeface="Calibri"/>
              </a:defRPr>
            </a:pPr>
            <a:r>
              <a:t>openrouter.ai/keys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Python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6F1"/>
                </a:solidFill>
                <a:latin typeface="Calibri"/>
              </a:defRPr>
            </a:pPr>
            <a:r>
              <a:t>python.org/downloads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Bot Template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6F1"/>
                </a:solidFill>
                <a:latin typeface="Calibri"/>
              </a:defRPr>
            </a:pPr>
            <a:r>
              <a:t>[QR Code Provided]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Cheatsheet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6F1"/>
                </a:solidFill>
                <a:latin typeface="Calibri"/>
              </a:defRPr>
            </a:pPr>
            <a:r>
              <a:t>[QR Code Provided]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E1E23"/>
                </a:solidFill>
                <a:latin typeface="Calibri"/>
              </a:defRPr>
            </a:pPr>
            <a:r>
              <a:t>PDF GuideBook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366F1"/>
                </a:solidFill>
                <a:latin typeface="Calibri"/>
              </a:defRPr>
            </a:pPr>
            <a:r>
              <a:t>[QR Code Provided]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B7280"/>
                </a:solidFill>
                <a:latin typeface="Calibri"/>
              </a:defRPr>
            </a:pPr>
            <a:r>
              <a:t>All QR codes are in the PDF GuideBook — available after session.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10515600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B7280"/>
                </a:solidFill>
                <a:latin typeface="Calibri"/>
              </a:defRPr>
            </a:pPr>
            <a:r>
              <a:t>You get everything to continue learning at home.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6366F1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108960"/>
            <a:ext cx="3962095" cy="12700"/>
          </a:xfrm>
          <a:prstGeom prst="rect">
            <a:avLst/>
          </a:prstGeom>
          <a:solidFill>
            <a:srgbClr val="E0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000000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E1E23"/>
                </a:solidFill>
                <a:latin typeface="Calibri"/>
              </a:defRPr>
            </a:pPr>
            <a:r>
              <a:t>You now have your own AI trading signal generator.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6366F1"/>
                </a:solidFill>
                <a:latin typeface="Calibri"/>
              </a:defRPr>
            </a:pPr>
            <a:r>
              <a:t>No coding experience needed. Just prompt, download, cron,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@Putra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